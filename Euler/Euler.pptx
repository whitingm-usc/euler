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B5E59-419F-A6FE-C8BA-28946069D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ECEBD1-0148-643F-406D-A26AF1DE2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567D33-24F5-ED8B-55B1-E2DACDA72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7B2D-9D38-4DD2-AA55-35A51E62F20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E1907-E6EA-6329-ADA8-EA7CEFF59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D7FDB-169B-4217-1BF4-3AF2A0248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AD87-3BCA-47A4-A0CA-E6A8DB68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083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94EBA-FE21-354F-2FA2-63E623DEC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0CBAE-B781-6179-D7BF-9E5FEB292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5E0B1E-417B-BE0C-4BC9-AF66F3933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7B2D-9D38-4DD2-AA55-35A51E62F20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D4CB8-666A-02A0-CB78-90005A302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2D699-E43F-D319-016F-0833532EE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AD87-3BCA-47A4-A0CA-E6A8DB68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039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280F8-5962-3B38-0089-428F8508C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3DF23-7B37-F701-8865-F26A39935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A5474-ACFE-271D-F015-90801D25E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7B2D-9D38-4DD2-AA55-35A51E62F20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492FC-BCA0-39BE-69B3-B3885E152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407F0-8AF9-CA75-E44F-E6F21732F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AD87-3BCA-47A4-A0CA-E6A8DB68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130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51F63-A523-96CE-20A7-A052D7213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0B644-CE71-91DD-4608-0BD688D6BE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380A90-6762-A09F-907B-D019110AC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A143F-18BE-CF55-9533-F2680C364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7B2D-9D38-4DD2-AA55-35A51E62F20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697CDE-02AA-A16D-672D-0EDDF6B6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00037-9847-985C-457C-3878A7089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AD87-3BCA-47A4-A0CA-E6A8DB68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01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385F4-E24A-2586-7D1E-22268602C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219F8-866D-6C08-034B-6B7E232571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A2A4E-8E6F-FAFB-8D6F-DCE1982BD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132B70-C572-4012-27D4-0CBEFEC521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0156B6-1514-6E64-FC74-059C60CB3B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CD6AB5-985A-E795-5164-BA107C63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7B2D-9D38-4DD2-AA55-35A51E62F20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5AD4DF-2BCD-1AD7-4B5F-5D89077E9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AA0393-F430-F98E-D233-280FE9232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AD87-3BCA-47A4-A0CA-E6A8DB68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489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C5AA0-13EB-B3CB-5088-A85385F8D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0EDFA1-F623-3966-4098-DB1E58528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7B2D-9D38-4DD2-AA55-35A51E62F20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1D8F18-AE3A-B2D9-9E3C-B08026A33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F55839-A72C-8EEF-36D5-CE4526D64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AD87-3BCA-47A4-A0CA-E6A8DB68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801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5EBE4E-6097-FE60-5C18-206456536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7B2D-9D38-4DD2-AA55-35A51E62F20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3916D2-1D32-AE71-3A83-D65519F0A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ADE87-DE59-DAB9-C4E4-CF59BA55C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AD87-3BCA-47A4-A0CA-E6A8DB68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74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34139-6B94-5162-54F7-6B17C1BB6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91E60-B54C-708B-57E6-0D7DBBA95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008C47-AFA9-956D-EB37-5D787418F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B2122-1F64-1753-5C68-8D2BACD18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7B2D-9D38-4DD2-AA55-35A51E62F20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B9034-16C8-FB0A-2675-3949306D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F807D-4249-FDBE-77CA-A8956923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AD87-3BCA-47A4-A0CA-E6A8DB68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496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440DF-B617-7145-5453-DFBB59475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F799DE-E892-C552-E307-DF4B6C947D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B90A97-F72D-320A-0108-2563CC73F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D807A-61F1-383A-0E53-5E72BD136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7B2D-9D38-4DD2-AA55-35A51E62F20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5AF878-870C-990C-BDD2-F277FE8B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B81294-C72E-73DC-6F44-98A155D8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AD87-3BCA-47A4-A0CA-E6A8DB68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14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E1589-50FE-1362-FDD2-E8B677770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7D13-1487-6D05-C524-82DDC4446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84230-CD97-9A03-B658-7DD1185DC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7B2D-9D38-4DD2-AA55-35A51E62F20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85D6B-6C0B-9753-23ED-386A2B1A1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A2E3F-513C-0D71-773D-EE853B11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AD87-3BCA-47A4-A0CA-E6A8DB68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946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B06BC3-E5E8-7329-B371-B450529C4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2D2FFE-2847-A6C5-D7E9-F231D980F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B927A-7361-4B9E-8734-65E0D275A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07B2D-9D38-4DD2-AA55-35A51E62F20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5F3A2-8621-FEAD-B273-825C8DB23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54A3F-9B23-16F5-DB63-45248DE47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F4AD87-3BCA-47A4-A0CA-E6A8DB68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519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893229-EDD1-45D8-CF36-E21648AAF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1CBA6-3382-035B-7229-9BC01DB1E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779567-5152-9E99-039A-CAACD71515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07B2D-9D38-4DD2-AA55-35A51E62F204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F1AB9-08B6-BB14-B2C6-5F62FA0DB5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19758B-9593-8B92-FABF-448A5D2E8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F4AD87-3BCA-47A4-A0CA-E6A8DB684F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79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11.pn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10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c 4">
            <a:extLst>
              <a:ext uri="{FF2B5EF4-FFF2-40B4-BE49-F238E27FC236}">
                <a16:creationId xmlns:a16="http://schemas.microsoft.com/office/drawing/2014/main" id="{E0DAF8F2-CECA-850D-74D2-11CD4C55A2C5}"/>
              </a:ext>
            </a:extLst>
          </p:cNvPr>
          <p:cNvSpPr/>
          <p:nvPr/>
        </p:nvSpPr>
        <p:spPr>
          <a:xfrm>
            <a:off x="-384048" y="2903633"/>
            <a:ext cx="7043597" cy="7043598"/>
          </a:xfrm>
          <a:prstGeom prst="arc">
            <a:avLst>
              <a:gd name="adj1" fmla="val 19140031"/>
              <a:gd name="adj2" fmla="val 20952757"/>
            </a:avLst>
          </a:prstGeom>
          <a:ln>
            <a:solidFill>
              <a:srgbClr val="00B050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BD5147D0-E90A-8D1D-0761-F2EC951147F7}"/>
              </a:ext>
            </a:extLst>
          </p:cNvPr>
          <p:cNvSpPr/>
          <p:nvPr/>
        </p:nvSpPr>
        <p:spPr>
          <a:xfrm>
            <a:off x="115172" y="4985892"/>
            <a:ext cx="6039420" cy="2879071"/>
          </a:xfrm>
          <a:prstGeom prst="arc">
            <a:avLst>
              <a:gd name="adj1" fmla="val 20099205"/>
              <a:gd name="adj2" fmla="val 20930158"/>
            </a:avLst>
          </a:prstGeom>
          <a:ln>
            <a:solidFill>
              <a:srgbClr val="FF0000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Rocket with solid fill">
            <a:extLst>
              <a:ext uri="{FF2B5EF4-FFF2-40B4-BE49-F238E27FC236}">
                <a16:creationId xmlns:a16="http://schemas.microsoft.com/office/drawing/2014/main" id="{846F4719-B6F8-7754-F5DB-F292C0D701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783259" y="882083"/>
            <a:ext cx="707248" cy="707248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ABCFEB-04F8-6F6D-3C7E-FE10E7196AAC}"/>
              </a:ext>
            </a:extLst>
          </p:cNvPr>
          <p:cNvCxnSpPr>
            <a:cxnSpLocks/>
          </p:cNvCxnSpPr>
          <p:nvPr/>
        </p:nvCxnSpPr>
        <p:spPr>
          <a:xfrm>
            <a:off x="3140767" y="395757"/>
            <a:ext cx="0" cy="6023267"/>
          </a:xfrm>
          <a:prstGeom prst="line">
            <a:avLst/>
          </a:prstGeom>
          <a:ln w="25400"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5C8C45-A5A6-3A90-5A55-EA56C07C3C4F}"/>
              </a:ext>
            </a:extLst>
          </p:cNvPr>
          <p:cNvCxnSpPr>
            <a:cxnSpLocks/>
          </p:cNvCxnSpPr>
          <p:nvPr/>
        </p:nvCxnSpPr>
        <p:spPr>
          <a:xfrm>
            <a:off x="3140765" y="6425427"/>
            <a:ext cx="6972499" cy="0"/>
          </a:xfrm>
          <a:prstGeom prst="line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BE3BF8E-D465-796C-2C36-11C89A11F91E}"/>
              </a:ext>
            </a:extLst>
          </p:cNvPr>
          <p:cNvCxnSpPr>
            <a:cxnSpLocks/>
          </p:cNvCxnSpPr>
          <p:nvPr/>
        </p:nvCxnSpPr>
        <p:spPr>
          <a:xfrm flipV="1">
            <a:off x="3140763" y="4512064"/>
            <a:ext cx="4004891" cy="1906960"/>
          </a:xfrm>
          <a:prstGeom prst="line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4D894F-2519-50A4-DCE4-1754EBA8BB60}"/>
              </a:ext>
            </a:extLst>
          </p:cNvPr>
          <p:cNvCxnSpPr>
            <a:cxnSpLocks/>
          </p:cNvCxnSpPr>
          <p:nvPr/>
        </p:nvCxnSpPr>
        <p:spPr>
          <a:xfrm flipV="1">
            <a:off x="3140767" y="5263574"/>
            <a:ext cx="5864396" cy="1161851"/>
          </a:xfrm>
          <a:prstGeom prst="line">
            <a:avLst/>
          </a:prstGeom>
          <a:ln w="19050">
            <a:solidFill>
              <a:srgbClr val="7030A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47A95F2-731B-A6CE-C4D3-61B3A6375834}"/>
              </a:ext>
            </a:extLst>
          </p:cNvPr>
          <p:cNvCxnSpPr>
            <a:cxnSpLocks/>
          </p:cNvCxnSpPr>
          <p:nvPr/>
        </p:nvCxnSpPr>
        <p:spPr>
          <a:xfrm flipV="1">
            <a:off x="9005161" y="1238643"/>
            <a:ext cx="0" cy="4024931"/>
          </a:xfrm>
          <a:prstGeom prst="line">
            <a:avLst/>
          </a:prstGeom>
          <a:ln w="127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C285C12-7599-9CA9-CCBB-311CFC38C363}"/>
              </a:ext>
            </a:extLst>
          </p:cNvPr>
          <p:cNvCxnSpPr>
            <a:cxnSpLocks/>
          </p:cNvCxnSpPr>
          <p:nvPr/>
        </p:nvCxnSpPr>
        <p:spPr>
          <a:xfrm flipV="1">
            <a:off x="3140765" y="1238643"/>
            <a:ext cx="5867411" cy="5186782"/>
          </a:xfrm>
          <a:prstGeom prst="line">
            <a:avLst/>
          </a:prstGeom>
          <a:ln w="19050">
            <a:solidFill>
              <a:srgbClr val="7030A0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76F837-46D8-2E64-6D5D-40ECE62921F1}"/>
              </a:ext>
            </a:extLst>
          </p:cNvPr>
          <p:cNvCxnSpPr>
            <a:cxnSpLocks/>
          </p:cNvCxnSpPr>
          <p:nvPr/>
        </p:nvCxnSpPr>
        <p:spPr>
          <a:xfrm flipH="1">
            <a:off x="5535795" y="5273749"/>
            <a:ext cx="3474620" cy="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0B47472-41A6-E6C8-7A21-F7226D167806}"/>
              </a:ext>
            </a:extLst>
          </p:cNvPr>
          <p:cNvCxnSpPr>
            <a:cxnSpLocks/>
          </p:cNvCxnSpPr>
          <p:nvPr/>
        </p:nvCxnSpPr>
        <p:spPr>
          <a:xfrm flipV="1">
            <a:off x="6571988" y="5263572"/>
            <a:ext cx="2433173" cy="1158573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DD6938-CCAA-5C1C-810E-31DEE0AA5002}"/>
                  </a:ext>
                </a:extLst>
              </p:cNvPr>
              <p:cNvSpPr txBox="1"/>
              <p:nvPr/>
            </p:nvSpPr>
            <p:spPr>
              <a:xfrm>
                <a:off x="9097477" y="629423"/>
                <a:ext cx="2607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3DD6938-CCAA-5C1C-810E-31DEE0AA5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477" y="629423"/>
                <a:ext cx="260777" cy="369332"/>
              </a:xfrm>
              <a:prstGeom prst="rect">
                <a:avLst/>
              </a:prstGeom>
              <a:blipFill>
                <a:blip r:embed="rId3"/>
                <a:stretch>
                  <a:fillRect l="-27907" r="-2558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A7C3EDF-B0E7-2E49-73AC-E19BEFC31302}"/>
                  </a:ext>
                </a:extLst>
              </p:cNvPr>
              <p:cNvSpPr txBox="1"/>
              <p:nvPr/>
            </p:nvSpPr>
            <p:spPr>
              <a:xfrm>
                <a:off x="7637518" y="4869288"/>
                <a:ext cx="3450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A7C3EDF-B0E7-2E49-73AC-E19BEFC313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7518" y="4869288"/>
                <a:ext cx="345031" cy="369332"/>
              </a:xfrm>
              <a:prstGeom prst="rect">
                <a:avLst/>
              </a:prstGeom>
              <a:blipFill>
                <a:blip r:embed="rId4"/>
                <a:stretch>
                  <a:fillRect l="-23214" r="-1786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B07DB2-FE4D-A151-BFF7-17A0FBF0C185}"/>
                  </a:ext>
                </a:extLst>
              </p:cNvPr>
              <p:cNvSpPr txBox="1"/>
              <p:nvPr/>
            </p:nvSpPr>
            <p:spPr>
              <a:xfrm>
                <a:off x="9032708" y="3150979"/>
                <a:ext cx="354071" cy="398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B07DB2-FE4D-A151-BFF7-17A0FBF0C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708" y="3150979"/>
                <a:ext cx="354071" cy="398507"/>
              </a:xfrm>
              <a:prstGeom prst="rect">
                <a:avLst/>
              </a:prstGeom>
              <a:blipFill>
                <a:blip r:embed="rId5"/>
                <a:stretch>
                  <a:fillRect l="-22414" r="-689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6C2D196-E580-99FF-AC0C-1A9D96F6DFFC}"/>
                  </a:ext>
                </a:extLst>
              </p:cNvPr>
              <p:cNvSpPr txBox="1"/>
              <p:nvPr/>
            </p:nvSpPr>
            <p:spPr>
              <a:xfrm>
                <a:off x="8114522" y="5664723"/>
                <a:ext cx="3295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6C2D196-E580-99FF-AC0C-1A9D96F6D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522" y="5664723"/>
                <a:ext cx="329513" cy="369332"/>
              </a:xfrm>
              <a:prstGeom prst="rect">
                <a:avLst/>
              </a:prstGeom>
              <a:blipFill>
                <a:blip r:embed="rId6"/>
                <a:stretch>
                  <a:fillRect l="-22222" r="-3704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A3EFA3-7AEC-2997-3EFF-C9645DB66444}"/>
                  </a:ext>
                </a:extLst>
              </p:cNvPr>
              <p:cNvSpPr txBox="1"/>
              <p:nvPr/>
            </p:nvSpPr>
            <p:spPr>
              <a:xfrm>
                <a:off x="6096000" y="4210681"/>
                <a:ext cx="2446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A3EFA3-7AEC-2997-3EFF-C9645DB664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210681"/>
                <a:ext cx="244682" cy="369332"/>
              </a:xfrm>
              <a:prstGeom prst="rect">
                <a:avLst/>
              </a:prstGeom>
              <a:blipFill>
                <a:blip r:embed="rId7"/>
                <a:stretch>
                  <a:fillRect l="-30000" r="-2500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9EF86B3-F1B9-C309-366C-0CC52AE4519F}"/>
                  </a:ext>
                </a:extLst>
              </p:cNvPr>
              <p:cNvSpPr txBox="1"/>
              <p:nvPr/>
            </p:nvSpPr>
            <p:spPr>
              <a:xfrm>
                <a:off x="5175072" y="5480057"/>
                <a:ext cx="3029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Ψ</m:t>
                      </m:r>
                    </m:oMath>
                  </m:oMathPara>
                </a14:m>
                <a:endParaRPr lang="en-US" sz="2400" b="0" dirty="0">
                  <a:solidFill>
                    <a:srgbClr val="00B050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9EF86B3-F1B9-C309-366C-0CC52AE451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072" y="5480057"/>
                <a:ext cx="302967" cy="369332"/>
              </a:xfrm>
              <a:prstGeom prst="rect">
                <a:avLst/>
              </a:prstGeom>
              <a:blipFill>
                <a:blip r:embed="rId8"/>
                <a:stretch>
                  <a:fillRect l="-26000" r="-22000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660C90-C6DD-FCB9-EF10-C6D3D2377306}"/>
                  </a:ext>
                </a:extLst>
              </p:cNvPr>
              <p:cNvSpPr txBox="1"/>
              <p:nvPr/>
            </p:nvSpPr>
            <p:spPr>
              <a:xfrm>
                <a:off x="6709741" y="2655430"/>
                <a:ext cx="2501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400" dirty="0">
                  <a:solidFill>
                    <a:srgbClr val="7030A0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C660C90-C6DD-FCB9-EF10-C6D3D2377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741" y="2655430"/>
                <a:ext cx="250197" cy="369332"/>
              </a:xfrm>
              <a:prstGeom prst="rect">
                <a:avLst/>
              </a:prstGeom>
              <a:blipFill>
                <a:blip r:embed="rId9"/>
                <a:stretch>
                  <a:fillRect l="-31707" r="-2682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18F9B95-5C75-3FCE-D200-0807BF119F69}"/>
                  </a:ext>
                </a:extLst>
              </p:cNvPr>
              <p:cNvSpPr txBox="1"/>
              <p:nvPr/>
            </p:nvSpPr>
            <p:spPr>
              <a:xfrm>
                <a:off x="5326556" y="5976025"/>
                <a:ext cx="5098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𝑥𝑧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18F9B95-5C75-3FCE-D200-0807BF119F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556" y="5976025"/>
                <a:ext cx="509819" cy="369332"/>
              </a:xfrm>
              <a:prstGeom prst="rect">
                <a:avLst/>
              </a:prstGeom>
              <a:blipFill>
                <a:blip r:embed="rId10"/>
                <a:stretch>
                  <a:fillRect l="-15663" r="-2410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15F0B8C-E755-EAAB-9AB4-D16AD49266D2}"/>
                  </a:ext>
                </a:extLst>
              </p:cNvPr>
              <p:cNvSpPr txBox="1"/>
              <p:nvPr/>
            </p:nvSpPr>
            <p:spPr>
              <a:xfrm>
                <a:off x="10095906" y="6142025"/>
                <a:ext cx="1769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15F0B8C-E755-EAAB-9AB4-D16AD4926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5906" y="6142025"/>
                <a:ext cx="176908" cy="276999"/>
              </a:xfrm>
              <a:prstGeom prst="rect">
                <a:avLst/>
              </a:prstGeom>
              <a:blipFill>
                <a:blip r:embed="rId11"/>
                <a:stretch>
                  <a:fillRect l="-20690" r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9973784-E6F8-761A-A63E-C47130FF2C59}"/>
                  </a:ext>
                </a:extLst>
              </p:cNvPr>
              <p:cNvSpPr txBox="1"/>
              <p:nvPr/>
            </p:nvSpPr>
            <p:spPr>
              <a:xfrm>
                <a:off x="3215834" y="170390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9973784-E6F8-761A-A63E-C47130FF2C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834" y="170390"/>
                <a:ext cx="180306" cy="276999"/>
              </a:xfrm>
              <a:prstGeom prst="rect">
                <a:avLst/>
              </a:prstGeom>
              <a:blipFill>
                <a:blip r:embed="rId12"/>
                <a:stretch>
                  <a:fillRect l="-34483" r="-3448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5FC89135-C22E-AE85-4F55-703961B435B3}"/>
              </a:ext>
            </a:extLst>
          </p:cNvPr>
          <p:cNvSpPr txBox="1"/>
          <p:nvPr/>
        </p:nvSpPr>
        <p:spPr>
          <a:xfrm>
            <a:off x="7190588" y="4352926"/>
            <a:ext cx="10099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0" dirty="0"/>
              <a:t>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65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932FB-363E-44EF-82A1-967F08745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rc 4">
            <a:extLst>
              <a:ext uri="{FF2B5EF4-FFF2-40B4-BE49-F238E27FC236}">
                <a16:creationId xmlns:a16="http://schemas.microsoft.com/office/drawing/2014/main" id="{CDE1218F-3950-265A-BF20-89D42FBC6327}"/>
              </a:ext>
            </a:extLst>
          </p:cNvPr>
          <p:cNvSpPr/>
          <p:nvPr/>
        </p:nvSpPr>
        <p:spPr>
          <a:xfrm>
            <a:off x="-384048" y="2903633"/>
            <a:ext cx="7043597" cy="7043598"/>
          </a:xfrm>
          <a:prstGeom prst="arc">
            <a:avLst>
              <a:gd name="adj1" fmla="val 19140031"/>
              <a:gd name="adj2" fmla="val 20952757"/>
            </a:avLst>
          </a:prstGeom>
          <a:ln>
            <a:solidFill>
              <a:schemeClr val="tx1"/>
            </a:solidFill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81F6D33D-2973-E5F3-F206-B81F712CCB37}"/>
              </a:ext>
            </a:extLst>
          </p:cNvPr>
          <p:cNvSpPr/>
          <p:nvPr/>
        </p:nvSpPr>
        <p:spPr>
          <a:xfrm>
            <a:off x="115172" y="4985892"/>
            <a:ext cx="6039420" cy="2879071"/>
          </a:xfrm>
          <a:prstGeom prst="arc">
            <a:avLst>
              <a:gd name="adj1" fmla="val 20099205"/>
              <a:gd name="adj2" fmla="val 20930158"/>
            </a:avLst>
          </a:prstGeom>
          <a:ln>
            <a:solidFill>
              <a:schemeClr val="tx1"/>
            </a:solidFill>
            <a:headEnd type="none"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Rocket with solid fill">
            <a:extLst>
              <a:ext uri="{FF2B5EF4-FFF2-40B4-BE49-F238E27FC236}">
                <a16:creationId xmlns:a16="http://schemas.microsoft.com/office/drawing/2014/main" id="{C14E8777-0041-A291-EDBC-B388CDA461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783259" y="882083"/>
            <a:ext cx="707248" cy="707248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7D87A79-150B-AEA0-CBFE-91EF49B645F8}"/>
              </a:ext>
            </a:extLst>
          </p:cNvPr>
          <p:cNvCxnSpPr>
            <a:cxnSpLocks/>
          </p:cNvCxnSpPr>
          <p:nvPr/>
        </p:nvCxnSpPr>
        <p:spPr>
          <a:xfrm flipV="1">
            <a:off x="3140767" y="5263574"/>
            <a:ext cx="5864396" cy="1161851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3CE4F4-20D6-8942-6F39-DFD676383CDB}"/>
              </a:ext>
            </a:extLst>
          </p:cNvPr>
          <p:cNvCxnSpPr>
            <a:cxnSpLocks/>
          </p:cNvCxnSpPr>
          <p:nvPr/>
        </p:nvCxnSpPr>
        <p:spPr>
          <a:xfrm flipV="1">
            <a:off x="9005161" y="1238643"/>
            <a:ext cx="0" cy="4024931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0D198DF-01A7-F698-4840-D7D746FB55D3}"/>
              </a:ext>
            </a:extLst>
          </p:cNvPr>
          <p:cNvCxnSpPr>
            <a:cxnSpLocks/>
          </p:cNvCxnSpPr>
          <p:nvPr/>
        </p:nvCxnSpPr>
        <p:spPr>
          <a:xfrm flipV="1">
            <a:off x="3140765" y="1238643"/>
            <a:ext cx="5867411" cy="5186782"/>
          </a:xfrm>
          <a:prstGeom prst="line">
            <a:avLst/>
          </a:prstGeom>
          <a:ln w="19050">
            <a:solidFill>
              <a:schemeClr val="tx1"/>
            </a:solidFill>
            <a:prstDash val="solid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CB7EE91-CCD2-5470-D396-3EE7164B85F8}"/>
              </a:ext>
            </a:extLst>
          </p:cNvPr>
          <p:cNvCxnSpPr>
            <a:cxnSpLocks/>
          </p:cNvCxnSpPr>
          <p:nvPr/>
        </p:nvCxnSpPr>
        <p:spPr>
          <a:xfrm flipH="1">
            <a:off x="5535795" y="5273749"/>
            <a:ext cx="3474620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41F6DE-D1A1-11D8-07A3-32536AB059C9}"/>
              </a:ext>
            </a:extLst>
          </p:cNvPr>
          <p:cNvCxnSpPr>
            <a:cxnSpLocks/>
          </p:cNvCxnSpPr>
          <p:nvPr/>
        </p:nvCxnSpPr>
        <p:spPr>
          <a:xfrm flipV="1">
            <a:off x="6571988" y="5263572"/>
            <a:ext cx="2433173" cy="1158573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699543-203F-F747-FF43-213798B0F0DE}"/>
                  </a:ext>
                </a:extLst>
              </p:cNvPr>
              <p:cNvSpPr txBox="1"/>
              <p:nvPr/>
            </p:nvSpPr>
            <p:spPr>
              <a:xfrm>
                <a:off x="9097477" y="629423"/>
                <a:ext cx="26077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4699543-203F-F747-FF43-213798B0F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477" y="629423"/>
                <a:ext cx="260777" cy="369332"/>
              </a:xfrm>
              <a:prstGeom prst="rect">
                <a:avLst/>
              </a:prstGeom>
              <a:blipFill>
                <a:blip r:embed="rId3"/>
                <a:stretch>
                  <a:fillRect l="-27907" r="-25581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399C57D-874D-B0FB-C207-6E9EB94C84C4}"/>
                  </a:ext>
                </a:extLst>
              </p:cNvPr>
              <p:cNvSpPr txBox="1"/>
              <p:nvPr/>
            </p:nvSpPr>
            <p:spPr>
              <a:xfrm>
                <a:off x="7637518" y="4869288"/>
                <a:ext cx="345031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399C57D-874D-B0FB-C207-6E9EB94C84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7518" y="4869288"/>
                <a:ext cx="345031" cy="369332"/>
              </a:xfrm>
              <a:prstGeom prst="rect">
                <a:avLst/>
              </a:prstGeom>
              <a:blipFill>
                <a:blip r:embed="rId4"/>
                <a:stretch>
                  <a:fillRect l="-23214" r="-1786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9E0834F-721B-16F3-E15F-E3E82D16812A}"/>
                  </a:ext>
                </a:extLst>
              </p:cNvPr>
              <p:cNvSpPr txBox="1"/>
              <p:nvPr/>
            </p:nvSpPr>
            <p:spPr>
              <a:xfrm>
                <a:off x="9032708" y="3150979"/>
                <a:ext cx="354071" cy="3985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9E0834F-721B-16F3-E15F-E3E82D1681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2708" y="3150979"/>
                <a:ext cx="354071" cy="398507"/>
              </a:xfrm>
              <a:prstGeom prst="rect">
                <a:avLst/>
              </a:prstGeom>
              <a:blipFill>
                <a:blip r:embed="rId5"/>
                <a:stretch>
                  <a:fillRect l="-22414" r="-689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C20AD0-4935-43F1-C8F1-8138649381D0}"/>
                  </a:ext>
                </a:extLst>
              </p:cNvPr>
              <p:cNvSpPr txBox="1"/>
              <p:nvPr/>
            </p:nvSpPr>
            <p:spPr>
              <a:xfrm>
                <a:off x="8114522" y="5664723"/>
                <a:ext cx="3295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DC20AD0-4935-43F1-C8F1-813864938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4522" y="5664723"/>
                <a:ext cx="329513" cy="369332"/>
              </a:xfrm>
              <a:prstGeom prst="rect">
                <a:avLst/>
              </a:prstGeom>
              <a:blipFill>
                <a:blip r:embed="rId6"/>
                <a:stretch>
                  <a:fillRect l="-22222" r="-3704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B2017A2-D882-93A9-133D-8AFA9918DD34}"/>
                  </a:ext>
                </a:extLst>
              </p:cNvPr>
              <p:cNvSpPr txBox="1"/>
              <p:nvPr/>
            </p:nvSpPr>
            <p:spPr>
              <a:xfrm>
                <a:off x="6096000" y="4210681"/>
                <a:ext cx="24468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B2017A2-D882-93A9-133D-8AFA9918DD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210681"/>
                <a:ext cx="244682" cy="369332"/>
              </a:xfrm>
              <a:prstGeom prst="rect">
                <a:avLst/>
              </a:prstGeom>
              <a:blipFill>
                <a:blip r:embed="rId7"/>
                <a:stretch>
                  <a:fillRect l="-30000" r="-25000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7FEC20-888A-7536-8C3E-C2C6ED120EE6}"/>
                  </a:ext>
                </a:extLst>
              </p:cNvPr>
              <p:cNvSpPr txBox="1"/>
              <p:nvPr/>
            </p:nvSpPr>
            <p:spPr>
              <a:xfrm>
                <a:off x="5175072" y="5480057"/>
                <a:ext cx="30296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Ψ</m:t>
                      </m:r>
                    </m:oMath>
                  </m:oMathPara>
                </a14:m>
                <a:endParaRPr lang="en-US" sz="2400" b="0" dirty="0">
                  <a:solidFill>
                    <a:schemeClr val="tx1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97FEC20-888A-7536-8C3E-C2C6ED120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5072" y="5480057"/>
                <a:ext cx="302967" cy="369332"/>
              </a:xfrm>
              <a:prstGeom prst="rect">
                <a:avLst/>
              </a:prstGeom>
              <a:blipFill>
                <a:blip r:embed="rId8"/>
                <a:stretch>
                  <a:fillRect l="-26000" r="-22000" b="-3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3F5B0F-A0CE-F175-BF41-04FAE495DF76}"/>
                  </a:ext>
                </a:extLst>
              </p:cNvPr>
              <p:cNvSpPr txBox="1"/>
              <p:nvPr/>
            </p:nvSpPr>
            <p:spPr>
              <a:xfrm>
                <a:off x="6709741" y="2655430"/>
                <a:ext cx="2501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23F5B0F-A0CE-F175-BF41-04FAE495D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9741" y="2655430"/>
                <a:ext cx="250197" cy="369332"/>
              </a:xfrm>
              <a:prstGeom prst="rect">
                <a:avLst/>
              </a:prstGeom>
              <a:blipFill>
                <a:blip r:embed="rId9"/>
                <a:stretch>
                  <a:fillRect l="-31707" r="-26829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39DDB3-8C99-FE4C-88A3-4CA1FAB90B75}"/>
                  </a:ext>
                </a:extLst>
              </p:cNvPr>
              <p:cNvSpPr txBox="1"/>
              <p:nvPr/>
            </p:nvSpPr>
            <p:spPr>
              <a:xfrm>
                <a:off x="5326556" y="5976025"/>
                <a:ext cx="509819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𝑥𝑧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639DDB3-8C99-FE4C-88A3-4CA1FAB90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6556" y="5976025"/>
                <a:ext cx="509819" cy="369332"/>
              </a:xfrm>
              <a:prstGeom prst="rect">
                <a:avLst/>
              </a:prstGeom>
              <a:blipFill>
                <a:blip r:embed="rId10"/>
                <a:stretch>
                  <a:fillRect l="-15663" r="-2410" b="-8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833C577-3F53-E4EF-AD34-8B405E2ADFB2}"/>
              </a:ext>
            </a:extLst>
          </p:cNvPr>
          <p:cNvCxnSpPr>
            <a:cxnSpLocks/>
          </p:cNvCxnSpPr>
          <p:nvPr/>
        </p:nvCxnSpPr>
        <p:spPr>
          <a:xfrm>
            <a:off x="3140767" y="395757"/>
            <a:ext cx="0" cy="6023267"/>
          </a:xfrm>
          <a:prstGeom prst="line">
            <a:avLst/>
          </a:prstGeom>
          <a:ln w="25400">
            <a:solidFill>
              <a:schemeClr val="tx1"/>
            </a:solidFill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8B7CA0B-86DE-ECD0-E873-907D07B2201A}"/>
              </a:ext>
            </a:extLst>
          </p:cNvPr>
          <p:cNvCxnSpPr>
            <a:cxnSpLocks/>
          </p:cNvCxnSpPr>
          <p:nvPr/>
        </p:nvCxnSpPr>
        <p:spPr>
          <a:xfrm>
            <a:off x="3140765" y="6425427"/>
            <a:ext cx="6972499" cy="0"/>
          </a:xfrm>
          <a:prstGeom prst="line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4329C7-8641-3181-4650-8C3B8F70F5AA}"/>
              </a:ext>
            </a:extLst>
          </p:cNvPr>
          <p:cNvCxnSpPr>
            <a:cxnSpLocks/>
          </p:cNvCxnSpPr>
          <p:nvPr/>
        </p:nvCxnSpPr>
        <p:spPr>
          <a:xfrm flipV="1">
            <a:off x="3140763" y="4512064"/>
            <a:ext cx="4004891" cy="1906960"/>
          </a:xfrm>
          <a:prstGeom prst="line">
            <a:avLst/>
          </a:prstGeom>
          <a:ln w="25400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397CDC-EADF-9A26-B91B-C05388F27425}"/>
                  </a:ext>
                </a:extLst>
              </p:cNvPr>
              <p:cNvSpPr txBox="1"/>
              <p:nvPr/>
            </p:nvSpPr>
            <p:spPr>
              <a:xfrm>
                <a:off x="10095906" y="6142025"/>
                <a:ext cx="1769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8397CDC-EADF-9A26-B91B-C05388F27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5906" y="6142025"/>
                <a:ext cx="176908" cy="276999"/>
              </a:xfrm>
              <a:prstGeom prst="rect">
                <a:avLst/>
              </a:prstGeom>
              <a:blipFill>
                <a:blip r:embed="rId11"/>
                <a:stretch>
                  <a:fillRect l="-20690" r="-17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795618-B0B9-9006-E994-AB2E8ED61237}"/>
                  </a:ext>
                </a:extLst>
              </p:cNvPr>
              <p:cNvSpPr txBox="1"/>
              <p:nvPr/>
            </p:nvSpPr>
            <p:spPr>
              <a:xfrm>
                <a:off x="3215834" y="170390"/>
                <a:ext cx="1803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3795618-B0B9-9006-E994-AB2E8ED61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5834" y="170390"/>
                <a:ext cx="180306" cy="276999"/>
              </a:xfrm>
              <a:prstGeom prst="rect">
                <a:avLst/>
              </a:prstGeom>
              <a:blipFill>
                <a:blip r:embed="rId12"/>
                <a:stretch>
                  <a:fillRect l="-34483" r="-3448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59263677-521A-59AE-06BB-998392D6EE92}"/>
              </a:ext>
            </a:extLst>
          </p:cNvPr>
          <p:cNvSpPr txBox="1"/>
          <p:nvPr/>
        </p:nvSpPr>
        <p:spPr>
          <a:xfrm>
            <a:off x="7190588" y="4352926"/>
            <a:ext cx="10099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b="0" dirty="0"/>
              <a:t>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641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22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Whiting</dc:creator>
  <cp:lastModifiedBy>Matt Whiting</cp:lastModifiedBy>
  <cp:revision>3</cp:revision>
  <dcterms:created xsi:type="dcterms:W3CDTF">2026-05-14T21:18:47Z</dcterms:created>
  <dcterms:modified xsi:type="dcterms:W3CDTF">2026-05-14T21:32:43Z</dcterms:modified>
</cp:coreProperties>
</file>